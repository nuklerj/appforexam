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5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269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13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06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78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58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54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211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57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2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158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715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97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113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422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385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59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CD5700-2A06-4AAE-9EB2-20F0E5B1968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F4F9BA8-6EFB-47C7-A917-ED314B535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623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B0D52D-7A63-2704-3207-85A6A02462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Мобильное проект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739EA3-F6E5-1639-AEC2-AB23DFCE16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Тема: Финансовый учет</a:t>
            </a:r>
          </a:p>
          <a:p>
            <a:r>
              <a:rPr lang="ru-RU" dirty="0"/>
              <a:t>Выполнил: студент группы 402ИС-22 Ли Павел</a:t>
            </a:r>
          </a:p>
        </p:txBody>
      </p:sp>
    </p:spTree>
    <p:extLst>
      <p:ext uri="{BB962C8B-B14F-4D97-AF65-F5344CB8AC3E}">
        <p14:creationId xmlns:p14="http://schemas.microsoft.com/office/powerpoint/2010/main" val="2915694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242DB-B663-99B0-C8D4-44167B9D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Финансы – приложение для отслеживания расходов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1E2D4B-8631-BCCA-71B6-693C3D871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Простое приложение на базе </a:t>
            </a:r>
            <a:r>
              <a:rPr lang="en-US" dirty="0"/>
              <a:t>Android </a:t>
            </a:r>
            <a:r>
              <a:rPr lang="ru-RU" dirty="0"/>
              <a:t>для отслеживания расходов индивидуального лица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Цель проекта: Создать мобильное приложение, для отслеживания расходов </a:t>
            </a:r>
          </a:p>
        </p:txBody>
      </p:sp>
    </p:spTree>
    <p:extLst>
      <p:ext uri="{BB962C8B-B14F-4D97-AF65-F5344CB8AC3E}">
        <p14:creationId xmlns:p14="http://schemas.microsoft.com/office/powerpoint/2010/main" val="102927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125317-5D6B-9B8D-A16C-3CDBC3D96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ЯП и </a:t>
            </a:r>
            <a:r>
              <a:rPr lang="en-US" dirty="0"/>
              <a:t>IDE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3613D5-33C3-9FAD-8928-0846874D6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ЯП – 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IDE – Android Studio</a:t>
            </a:r>
            <a:endParaRPr lang="ru-RU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49E4BF1B-511F-A715-1232-3159724AC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513" y="2877670"/>
            <a:ext cx="822261" cy="82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B5682571-9BF4-235C-3F12-32FAC086F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650" y="2556932"/>
            <a:ext cx="1783974" cy="48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04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4823CA-8AD6-836D-AF77-A5B3AB0A6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прецедентов</a:t>
            </a:r>
          </a:p>
        </p:txBody>
      </p:sp>
      <p:pic>
        <p:nvPicPr>
          <p:cNvPr id="5" name="Рисунок 4" descr="Изображение выглядит как текст,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93DCE1-BDA0-2CED-E39B-E06E4668F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883" y="2670159"/>
            <a:ext cx="5200233" cy="333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3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A31AD5-7E34-EFD5-C1BF-709157B4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приложения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C361E56-941D-C29B-2511-6A2265D4E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5760" y="2479244"/>
            <a:ext cx="1722120" cy="37298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A281A3-023C-4B34-0F76-CD65DF3EF6B2}"/>
              </a:ext>
            </a:extLst>
          </p:cNvPr>
          <p:cNvSpPr txBox="1"/>
          <p:nvPr/>
        </p:nvSpPr>
        <p:spPr>
          <a:xfrm>
            <a:off x="1844040" y="3002342"/>
            <a:ext cx="54330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3200" dirty="0"/>
              <a:t>Строка ввода суммы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3200" dirty="0"/>
              <a:t>Строка ввода категории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3200" dirty="0"/>
              <a:t>Круговая диаграмма</a:t>
            </a:r>
          </a:p>
        </p:txBody>
      </p:sp>
    </p:spTree>
    <p:extLst>
      <p:ext uri="{BB962C8B-B14F-4D97-AF65-F5344CB8AC3E}">
        <p14:creationId xmlns:p14="http://schemas.microsoft.com/office/powerpoint/2010/main" val="3647900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88A8B-99F0-FFA3-C118-133D249E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84714A-2533-AA57-8DF2-14F7B5838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Ввод суммы и категории расхода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Графическое отображение для более четкого понимания</a:t>
            </a:r>
          </a:p>
        </p:txBody>
      </p:sp>
    </p:spTree>
    <p:extLst>
      <p:ext uri="{BB962C8B-B14F-4D97-AF65-F5344CB8AC3E}">
        <p14:creationId xmlns:p14="http://schemas.microsoft.com/office/powerpoint/2010/main" val="395192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F5344-58ED-FDAE-DE83-9BD19742C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367366"/>
            <a:ext cx="9601196" cy="1303867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8D5CB0-A735-C74C-E4FA-0BE09B2CC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175" y="2859932"/>
            <a:ext cx="2695650" cy="301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199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</TotalTime>
  <Words>77</Words>
  <Application>Microsoft Office PowerPoint</Application>
  <PresentationFormat>Широкоэкранный</PresentationFormat>
  <Paragraphs>18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Garamond</vt:lpstr>
      <vt:lpstr>Wingdings</vt:lpstr>
      <vt:lpstr>Натуральные материалы</vt:lpstr>
      <vt:lpstr>Мобильное проект</vt:lpstr>
      <vt:lpstr>Финансы – приложение для отслеживания расходов</vt:lpstr>
      <vt:lpstr>Используемые ЯП и IDE</vt:lpstr>
      <vt:lpstr>Диаграмма прецедентов</vt:lpstr>
      <vt:lpstr>Интерфейс приложения</vt:lpstr>
      <vt:lpstr>Принцип работы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Lee</dc:creator>
  <cp:lastModifiedBy>Pavel Lee</cp:lastModifiedBy>
  <cp:revision>2</cp:revision>
  <dcterms:created xsi:type="dcterms:W3CDTF">2025-12-23T16:52:50Z</dcterms:created>
  <dcterms:modified xsi:type="dcterms:W3CDTF">2025-12-23T18:44:50Z</dcterms:modified>
</cp:coreProperties>
</file>